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svg%3e" ContentType="image/svg%3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%3e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pn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pn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pn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png"/><Relationship Id="rId45" Type="http://schemas.openxmlformats.org/officeDocument/2006/relationships/image" Target="../media/image-12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4" y="1597168"/>
            <a:ext cx="2305041" cy="63471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2133600"/>
            <a:ext cx="6400800" cy="3581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61722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6172200"/>
            <a:ext cx="12192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6172200"/>
            <a:ext cx="609600" cy="381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450080" y="6477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游牧电器</a:t>
            </a:r>
            <a:endParaRPr lang="en-US" sz="5400" dirty="0"/>
          </a:p>
        </p:txBody>
      </p:sp>
      <p:sp>
        <p:nvSpPr>
          <p:cNvPr id="11" name="Text 1"/>
          <p:cNvSpPr/>
          <p:nvPr/>
        </p:nvSpPr>
        <p:spPr>
          <a:xfrm>
            <a:off x="4450080" y="1485900"/>
            <a:ext cx="3291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spc="90" kern="0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唤醒沉睡的灵魂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5483870" y="6362700"/>
            <a:ext cx="14691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项目发起方 ©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09700"/>
            <a:ext cx="3657600" cy="4533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409700"/>
            <a:ext cx="3657600" cy="3657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562100"/>
            <a:ext cx="3352800" cy="3352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1562100"/>
            <a:ext cx="3352800" cy="3352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1200" y="283845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6068" y="34671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1409700"/>
            <a:ext cx="3657600" cy="4533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1409700"/>
            <a:ext cx="3657600" cy="3657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600" y="1562100"/>
            <a:ext cx="3352800" cy="3352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1562100"/>
            <a:ext cx="3352800" cy="3352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95975" y="2838450"/>
            <a:ext cx="400050" cy="4572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5593" y="34671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1409700"/>
            <a:ext cx="3657600" cy="4533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3400" y="1409700"/>
            <a:ext cx="3657600" cy="3657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1562100"/>
            <a:ext cx="3352800" cy="3352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1562100"/>
            <a:ext cx="3352800" cy="3352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53600" y="283845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08468" y="3467100"/>
            <a:ext cx="133350" cy="13335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你是否也有这样一位"老朋友"？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1521336" y="3448050"/>
            <a:ext cx="1376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陪伴了整个夏天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533400" y="52197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电风扇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533400" y="5562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曾为你带来整个夏天的清凉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5327526" y="3448050"/>
            <a:ext cx="15367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煮出了无数碗米饭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4419600" y="52197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电饭锅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4419600" y="5562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曾煮出过无数碗温暖的米饭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9293736" y="3448050"/>
            <a:ext cx="1376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陪伴了无数深夜</a:t>
            </a:r>
            <a:endParaRPr lang="en-US" sz="1050" dirty="0"/>
          </a:p>
        </p:txBody>
      </p:sp>
      <p:sp>
        <p:nvSpPr>
          <p:cNvPr id="34" name="Text 8"/>
          <p:cNvSpPr/>
          <p:nvPr/>
        </p:nvSpPr>
        <p:spPr>
          <a:xfrm>
            <a:off x="8305800" y="52197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CD机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8305800" y="55626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曾在深夜用音乐陪伴你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它们或许不再转动，但记忆永存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81100"/>
            <a:ext cx="114300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1333500"/>
            <a:ext cx="1238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6675" y="1447800"/>
            <a:ext cx="123825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171700"/>
            <a:ext cx="3657600" cy="4305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362200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2505075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2171700"/>
            <a:ext cx="3657600" cy="4305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2362200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0575" y="250507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3400" y="2171700"/>
            <a:ext cx="3657600" cy="430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3900" y="2362200"/>
            <a:ext cx="571500" cy="666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86775" y="2505075"/>
            <a:ext cx="28575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pic>
        <p:nvPicPr>
          <p:cNvPr id="21" name="Image 19" descr="https://picture-search.skywork.ai/aippt/image/sheet/data:image/svg+xml,%3Csvg%20width='1280'%20height='720'%20viewBox='0%200%201280%20720'%20xmlns='http://www.w3.org/2000/svg'%3E%3Cpath%20d='M0%20460%20L1280%20260%20L1280%20720%20L0%20720%20Z'%20fill='%235E503F'/%3E%3C/svg%3E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5943600"/>
            <a:ext cx="12192000" cy="914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记忆不该被丢弃，万物皆有灵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533400" y="1333500"/>
            <a:ext cx="1112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我们不只是修理，更是"重生" 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390650" y="2562225"/>
            <a:ext cx="128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故事 (Story)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571500" y="318135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一个对话气泡图标，象征着每件电器背后蕴含的独特回忆与情感。我们记录每一个"老朋友"的故事，珍视它们承载的记忆。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5276850" y="2562225"/>
            <a:ext cx="1817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改造 (Upcycling)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457700" y="318135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一个齿轮与绿叶结合的图标，代表着通过创意升级再造，赋予旧物新生命的可持续理念。让环保与创意完美融合。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067800" y="2562225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新生 (Rebirth)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8343900" y="318135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一个发光的灯泡或心脏图标，寓意着旧电器在改造后焕发出的全新活力与价值。不仅是修复，更是重获新生。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1209675"/>
            <a:ext cx="6858000" cy="4857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1209675"/>
            <a:ext cx="685800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900" y="1333500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7000" y="1590675"/>
            <a:ext cx="6858000" cy="1143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0574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2733675"/>
            <a:ext cx="6858000" cy="8953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1300" y="288607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81300" y="3133725"/>
            <a:ext cx="565785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67000" y="3629025"/>
            <a:ext cx="6858000" cy="895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1300" y="378142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81300" y="4029075"/>
            <a:ext cx="581025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67000" y="4524375"/>
            <a:ext cx="6858000" cy="9334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81300" y="4676775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1300" y="4924425"/>
            <a:ext cx="6629400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95600" y="5038725"/>
            <a:ext cx="6400800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0" y="5572125"/>
            <a:ext cx="112395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9150" y="5686425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09207" y="6296025"/>
            <a:ext cx="104775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7869" y="6296025"/>
            <a:ext cx="104775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为你的老友，写一份"简历"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2819400" y="128587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电器灵魂档案</a:t>
            </a:r>
            <a:endParaRPr lang="en-US" sz="1200" dirty="0"/>
          </a:p>
        </p:txBody>
      </p:sp>
      <p:sp>
        <p:nvSpPr>
          <p:cNvPr id="29" name="Text 2"/>
          <p:cNvSpPr/>
          <p:nvPr/>
        </p:nvSpPr>
        <p:spPr>
          <a:xfrm>
            <a:off x="8172450" y="1304925"/>
            <a:ext cx="1691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每件电器的独特灵魂</a:t>
            </a:r>
            <a:endParaRPr lang="en-US" sz="1050" dirty="0"/>
          </a:p>
        </p:txBody>
      </p:sp>
      <p:sp>
        <p:nvSpPr>
          <p:cNvPr id="30" name="Text 3"/>
          <p:cNvSpPr/>
          <p:nvPr/>
        </p:nvSpPr>
        <p:spPr>
          <a:xfrm>
            <a:off x="5276850" y="2019300"/>
            <a:ext cx="84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照片区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5591175" y="20478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[请贴上它的"身份照"]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3048000" y="2847975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姓名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2895600" y="3248025"/>
            <a:ext cx="1463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CB369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例如："麦克斯·风"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8553450" y="320992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[拟人化名称]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3009900" y="3743325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MBTI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2895600" y="4143375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CB369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例如："ESTP（脾气火爆，行动派）"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705850" y="4105275"/>
            <a:ext cx="845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[性格描述]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3028950" y="4638675"/>
            <a:ext cx="662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主人回忆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3009900" y="5038725"/>
            <a:ext cx="754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8CB369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"这是我上大学时买的，陪我熬过了无数个画图的夏夜，虽然它嗓门很大，但风力超足……"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8587740" y="5648325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ZCOOL XiaoWei" pitchFamily="34" charset="0"/>
                <a:ea typeface="ZCOOL XiaoWei" pitchFamily="34" charset="-122"/>
                <a:cs typeface="ZCOOL XiaoWei" pitchFamily="34" charset="-120"/>
              </a:rPr>
              <a:t>保存档案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每个电器都有灵魂，每个灵魂都有故事 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09700"/>
            <a:ext cx="5524500" cy="4533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6550" y="1743075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6725" y="3009900"/>
            <a:ext cx="2013049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9125" y="3067050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9350" y="5524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1409700"/>
            <a:ext cx="5524500" cy="4533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2050" y="1743075"/>
            <a:ext cx="533400" cy="533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1300" y="3009900"/>
            <a:ext cx="1574899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3700" y="306705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3900" y="5524500"/>
            <a:ext cx="11430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成为这场奇妙旅程的一部分！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2731770" y="2590800"/>
            <a:ext cx="82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托付者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935420" y="3009900"/>
            <a:ext cx="24156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A2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如果你有一位"电器老友"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609600" y="3429000"/>
            <a:ext cx="506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我们寻找那些承载着珍贵回忆的旧电器。它不必完美无缺，但需要一个动人的故事，一段与你共同经历的岁月。我们相信，每一个"老朋友"都值得被重新发现和珍视。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2526030" y="5486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提供有故事的电器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637270" y="2590800"/>
            <a:ext cx="82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CB3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创造者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8103810" y="3009900"/>
            <a:ext cx="1889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B3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如果你是"魔法师"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6515100" y="3429000"/>
            <a:ext cx="506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我们欢迎拥有各种技能的"魔法师"加入。无论你擅长电路设计、木工手作、编程开发，还是拥有天马行空的奇思妙想，我们都需要你的才华。在这里，你将有机会将创意变为现实，赋予旧电器新的生命。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8412480" y="5486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发挥你的创造技能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携手合作，共同创造电器的"重生"奇迹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09700"/>
            <a:ext cx="3657600" cy="1371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6002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409700"/>
            <a:ext cx="3657600" cy="1371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1600200"/>
            <a:ext cx="3429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409700"/>
            <a:ext cx="3657600" cy="1371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16002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009900"/>
            <a:ext cx="3657600" cy="1104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200400"/>
            <a:ext cx="38100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7200" y="3009900"/>
            <a:ext cx="7543800" cy="1104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7700" y="3200400"/>
            <a:ext cx="3429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我们的"小野心"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285750" y="1314450"/>
            <a:ext cx="914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8CB36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1</a:t>
            </a:r>
            <a:endParaRPr lang="en-US" sz="3000" dirty="0"/>
          </a:p>
        </p:txBody>
      </p:sp>
      <p:sp>
        <p:nvSpPr>
          <p:cNvPr id="20" name="Text 2"/>
          <p:cNvSpPr/>
          <p:nvPr/>
        </p:nvSpPr>
        <p:spPr>
          <a:xfrm>
            <a:off x="952500" y="1600200"/>
            <a:ext cx="3474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收集至少5个有故事的电器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952500" y="194310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启动项目，收集具有情感价值和改造潜力的旧电器。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4171950" y="1314450"/>
            <a:ext cx="171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8CB36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5"/>
          <p:cNvSpPr/>
          <p:nvPr/>
        </p:nvSpPr>
        <p:spPr>
          <a:xfrm>
            <a:off x="4953000" y="1600200"/>
            <a:ext cx="3337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为每个电器建立"灵魂档案"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4953000" y="194310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深入挖掘每个电器的故事，以拟人化的方式记录其"生平"与"性格"。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8058150" y="1314450"/>
            <a:ext cx="1600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8CB36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8"/>
          <p:cNvSpPr/>
          <p:nvPr/>
        </p:nvSpPr>
        <p:spPr>
          <a:xfrm>
            <a:off x="8801100" y="1600200"/>
            <a:ext cx="281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推广Upcycling（升级再造）理念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8801100" y="2209800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通过实际案例，向公众展示升级再造的无限可能，倡导可持续的生活方式。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285750" y="2914650"/>
            <a:ext cx="2057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8CB36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11"/>
          <p:cNvSpPr/>
          <p:nvPr/>
        </p:nvSpPr>
        <p:spPr>
          <a:xfrm>
            <a:off x="1104900" y="3200400"/>
            <a:ext cx="3291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打造一个有创造力的社区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1104900" y="354330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汇聚对旧物改造、复古科技和手作艺术感兴趣的伙伴，共同交流、学习与创作。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4171950" y="2914650"/>
            <a:ext cx="171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8CB36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14"/>
          <p:cNvSpPr/>
          <p:nvPr/>
        </p:nvSpPr>
        <p:spPr>
          <a:xfrm>
            <a:off x="4953000" y="32004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用拟人化故事，持续汇报进展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4953000" y="3543300"/>
            <a:ext cx="6240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以生动有趣的故事形式，定期分享项目进展和改造过程中的点滴，吸引更多关注与参与。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381000" y="44196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"小野心，大改变"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723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399325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257300"/>
            <a:ext cx="5562600" cy="533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141922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943100"/>
            <a:ext cx="5562600" cy="89148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19834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2095500"/>
            <a:ext cx="200025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2288" y="2996505"/>
            <a:ext cx="20002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406080"/>
            <a:ext cx="5562600" cy="6743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552676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3558480"/>
            <a:ext cx="2667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2288" y="4242346"/>
            <a:ext cx="200025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651921"/>
            <a:ext cx="5562600" cy="67434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798516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500" y="4804321"/>
            <a:ext cx="200025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62288" y="5488186"/>
            <a:ext cx="200025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5897761"/>
            <a:ext cx="5562600" cy="89148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6153001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500" y="6050161"/>
            <a:ext cx="304800" cy="266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1257300"/>
            <a:ext cx="5562600" cy="533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77225" y="1419225"/>
            <a:ext cx="285750" cy="228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8400" y="1943100"/>
            <a:ext cx="5562600" cy="89148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219834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19900" y="2095500"/>
            <a:ext cx="266700" cy="2667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29688" y="2996505"/>
            <a:ext cx="200025" cy="2286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48400" y="3406080"/>
            <a:ext cx="5562600" cy="67434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00800" y="3552676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19900" y="3558480"/>
            <a:ext cx="200025" cy="2667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929688" y="4242346"/>
            <a:ext cx="200025" cy="2286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48400" y="4651921"/>
            <a:ext cx="5562600" cy="67434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00800" y="4798516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819900" y="4804321"/>
            <a:ext cx="266700" cy="2667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29688" y="5488186"/>
            <a:ext cx="200025" cy="2286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48400" y="5897761"/>
            <a:ext cx="5562600" cy="67434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00800" y="6044357"/>
            <a:ext cx="381000" cy="381000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19900" y="6050161"/>
            <a:ext cx="304800" cy="2667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参与流程指南</a:t>
            </a:r>
            <a:endParaRPr lang="en-US" sz="3600" dirty="0"/>
          </a:p>
        </p:txBody>
      </p:sp>
      <p:sp>
        <p:nvSpPr>
          <p:cNvPr id="43" name="Text 1"/>
          <p:cNvSpPr/>
          <p:nvPr/>
        </p:nvSpPr>
        <p:spPr>
          <a:xfrm>
            <a:off x="495300" y="1371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捐赠者流程</a:t>
            </a:r>
            <a:endParaRPr lang="en-US" sz="1800" dirty="0"/>
          </a:p>
        </p:txBody>
      </p:sp>
      <p:sp>
        <p:nvSpPr>
          <p:cNvPr id="44" name="Text 2"/>
          <p:cNvSpPr/>
          <p:nvPr/>
        </p:nvSpPr>
        <p:spPr>
          <a:xfrm>
            <a:off x="700088" y="2217390"/>
            <a:ext cx="57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3"/>
          <p:cNvSpPr/>
          <p:nvPr/>
        </p:nvSpPr>
        <p:spPr>
          <a:xfrm>
            <a:off x="1266825" y="2057400"/>
            <a:ext cx="456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填写档案</a:t>
            </a:r>
            <a:endParaRPr lang="en-US" sz="1200" dirty="0"/>
          </a:p>
        </p:txBody>
      </p:sp>
      <p:sp>
        <p:nvSpPr>
          <p:cNvPr id="46" name="Text 4"/>
          <p:cNvSpPr/>
          <p:nvPr/>
        </p:nvSpPr>
        <p:spPr>
          <a:xfrm>
            <a:off x="1266825" y="2286000"/>
            <a:ext cx="4562475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通过线上平台，为你的旧电器填写一份专属的"灵魂档案"，分享它的故事。</a:t>
            </a:r>
            <a:endParaRPr lang="en-US" sz="1140" dirty="0"/>
          </a:p>
        </p:txBody>
      </p:sp>
      <p:sp>
        <p:nvSpPr>
          <p:cNvPr id="47" name="Text 5"/>
          <p:cNvSpPr/>
          <p:nvPr/>
        </p:nvSpPr>
        <p:spPr>
          <a:xfrm>
            <a:off x="681038" y="3571726"/>
            <a:ext cx="10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2</a:t>
            </a:r>
            <a:endParaRPr lang="en-US" sz="1800" dirty="0"/>
          </a:p>
        </p:txBody>
      </p:sp>
      <p:sp>
        <p:nvSpPr>
          <p:cNvPr id="48" name="Text 6"/>
          <p:cNvSpPr/>
          <p:nvPr/>
        </p:nvSpPr>
        <p:spPr>
          <a:xfrm>
            <a:off x="1333500" y="352038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提交申请</a:t>
            </a:r>
            <a:endParaRPr lang="en-US" sz="1200" dirty="0"/>
          </a:p>
        </p:txBody>
      </p:sp>
      <p:sp>
        <p:nvSpPr>
          <p:cNvPr id="49" name="Text 7"/>
          <p:cNvSpPr/>
          <p:nvPr/>
        </p:nvSpPr>
        <p:spPr>
          <a:xfrm>
            <a:off x="1333500" y="3748980"/>
            <a:ext cx="29146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提交档案后，等待项目组的初步审核。</a:t>
            </a:r>
            <a:endParaRPr lang="en-US" sz="1140" dirty="0"/>
          </a:p>
        </p:txBody>
      </p:sp>
      <p:sp>
        <p:nvSpPr>
          <p:cNvPr id="50" name="Text 8"/>
          <p:cNvSpPr/>
          <p:nvPr/>
        </p:nvSpPr>
        <p:spPr>
          <a:xfrm>
            <a:off x="681038" y="4817566"/>
            <a:ext cx="10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9"/>
          <p:cNvSpPr/>
          <p:nvPr/>
        </p:nvSpPr>
        <p:spPr>
          <a:xfrm>
            <a:off x="1266825" y="476622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等待评估</a:t>
            </a:r>
            <a:endParaRPr lang="en-US" sz="1200" dirty="0"/>
          </a:p>
        </p:txBody>
      </p:sp>
      <p:sp>
        <p:nvSpPr>
          <p:cNvPr id="52" name="Text 10"/>
          <p:cNvSpPr/>
          <p:nvPr/>
        </p:nvSpPr>
        <p:spPr>
          <a:xfrm>
            <a:off x="1266825" y="4994821"/>
            <a:ext cx="342900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项目组将对电器的故事和改造潜力进行评估。</a:t>
            </a:r>
            <a:endParaRPr lang="en-US" sz="1140" dirty="0"/>
          </a:p>
        </p:txBody>
      </p:sp>
      <p:sp>
        <p:nvSpPr>
          <p:cNvPr id="53" name="Text 11"/>
          <p:cNvSpPr/>
          <p:nvPr/>
        </p:nvSpPr>
        <p:spPr>
          <a:xfrm>
            <a:off x="671513" y="6172051"/>
            <a:ext cx="1257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12"/>
          <p:cNvSpPr/>
          <p:nvPr/>
        </p:nvSpPr>
        <p:spPr>
          <a:xfrm>
            <a:off x="1371600" y="6012061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送达老友</a:t>
            </a:r>
            <a:endParaRPr lang="en-US" sz="1200" dirty="0"/>
          </a:p>
        </p:txBody>
      </p:sp>
      <p:sp>
        <p:nvSpPr>
          <p:cNvPr id="55" name="Text 13"/>
          <p:cNvSpPr/>
          <p:nvPr/>
        </p:nvSpPr>
        <p:spPr>
          <a:xfrm>
            <a:off x="1371600" y="6240661"/>
            <a:ext cx="44577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评估通过后，根据指引将你的"老朋友"送达指定地点，开启它的重生之旅。</a:t>
            </a:r>
            <a:endParaRPr lang="en-US" sz="1140" dirty="0"/>
          </a:p>
        </p:txBody>
      </p:sp>
      <p:sp>
        <p:nvSpPr>
          <p:cNvPr id="56" name="Text 14"/>
          <p:cNvSpPr/>
          <p:nvPr/>
        </p:nvSpPr>
        <p:spPr>
          <a:xfrm>
            <a:off x="6362700" y="13716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志愿者流程</a:t>
            </a:r>
            <a:endParaRPr lang="en-US" sz="1800" dirty="0"/>
          </a:p>
        </p:txBody>
      </p:sp>
      <p:sp>
        <p:nvSpPr>
          <p:cNvPr id="57" name="Text 15"/>
          <p:cNvSpPr/>
          <p:nvPr/>
        </p:nvSpPr>
        <p:spPr>
          <a:xfrm>
            <a:off x="6567488" y="2217390"/>
            <a:ext cx="57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Text 16"/>
          <p:cNvSpPr/>
          <p:nvPr/>
        </p:nvSpPr>
        <p:spPr>
          <a:xfrm>
            <a:off x="7200900" y="20574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查看项目</a:t>
            </a:r>
            <a:endParaRPr lang="en-US" sz="1200" dirty="0"/>
          </a:p>
        </p:txBody>
      </p:sp>
      <p:sp>
        <p:nvSpPr>
          <p:cNvPr id="59" name="Text 17"/>
          <p:cNvSpPr/>
          <p:nvPr/>
        </p:nvSpPr>
        <p:spPr>
          <a:xfrm>
            <a:off x="7200900" y="2286000"/>
            <a:ext cx="44958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浏览当前待改造的电器列表及其"灵魂档案"，了解它们的故事和改造需求。</a:t>
            </a:r>
            <a:endParaRPr lang="en-US" sz="1140" dirty="0"/>
          </a:p>
        </p:txBody>
      </p:sp>
      <p:sp>
        <p:nvSpPr>
          <p:cNvPr id="60" name="Text 18"/>
          <p:cNvSpPr/>
          <p:nvPr/>
        </p:nvSpPr>
        <p:spPr>
          <a:xfrm>
            <a:off x="6548438" y="3571726"/>
            <a:ext cx="10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2</a:t>
            </a:r>
            <a:endParaRPr lang="en-US" sz="1800" dirty="0"/>
          </a:p>
        </p:txBody>
      </p:sp>
      <p:sp>
        <p:nvSpPr>
          <p:cNvPr id="61" name="Text 19"/>
          <p:cNvSpPr/>
          <p:nvPr/>
        </p:nvSpPr>
        <p:spPr>
          <a:xfrm>
            <a:off x="7134225" y="3520380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提出想法</a:t>
            </a:r>
            <a:endParaRPr lang="en-US" sz="1200" dirty="0"/>
          </a:p>
        </p:txBody>
      </p:sp>
      <p:sp>
        <p:nvSpPr>
          <p:cNvPr id="62" name="Text 20"/>
          <p:cNvSpPr/>
          <p:nvPr/>
        </p:nvSpPr>
        <p:spPr>
          <a:xfrm>
            <a:off x="7134225" y="3748980"/>
            <a:ext cx="49720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根据你的技能和创意，为感兴趣的电器提出改造方案或设计草图。</a:t>
            </a:r>
            <a:endParaRPr lang="en-US" sz="1140" dirty="0"/>
          </a:p>
        </p:txBody>
      </p:sp>
      <p:sp>
        <p:nvSpPr>
          <p:cNvPr id="63" name="Text 21"/>
          <p:cNvSpPr/>
          <p:nvPr/>
        </p:nvSpPr>
        <p:spPr>
          <a:xfrm>
            <a:off x="6548438" y="4817566"/>
            <a:ext cx="1028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3</a:t>
            </a:r>
            <a:endParaRPr lang="en-US" sz="1800" dirty="0"/>
          </a:p>
        </p:txBody>
      </p:sp>
      <p:sp>
        <p:nvSpPr>
          <p:cNvPr id="64" name="Text 22"/>
          <p:cNvSpPr/>
          <p:nvPr/>
        </p:nvSpPr>
        <p:spPr>
          <a:xfrm>
            <a:off x="7200900" y="4766221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参与改造</a:t>
            </a:r>
            <a:endParaRPr lang="en-US" sz="1200" dirty="0"/>
          </a:p>
        </p:txBody>
      </p:sp>
      <p:sp>
        <p:nvSpPr>
          <p:cNvPr id="65" name="Text 23"/>
          <p:cNvSpPr/>
          <p:nvPr/>
        </p:nvSpPr>
        <p:spPr>
          <a:xfrm>
            <a:off x="7200900" y="4994821"/>
            <a:ext cx="49720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方案通过后，加入改造团队，亲手实践你的创意，赋予电器新生。</a:t>
            </a:r>
            <a:endParaRPr lang="en-US" sz="1140" dirty="0"/>
          </a:p>
        </p:txBody>
      </p:sp>
      <p:sp>
        <p:nvSpPr>
          <p:cNvPr id="66" name="Text 24"/>
          <p:cNvSpPr/>
          <p:nvPr/>
        </p:nvSpPr>
        <p:spPr>
          <a:xfrm>
            <a:off x="6538913" y="6063407"/>
            <a:ext cx="1257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4</a:t>
            </a:r>
            <a:endParaRPr lang="en-US" sz="1800" dirty="0"/>
          </a:p>
        </p:txBody>
      </p:sp>
      <p:sp>
        <p:nvSpPr>
          <p:cNvPr id="67" name="Text 25"/>
          <p:cNvSpPr/>
          <p:nvPr/>
        </p:nvSpPr>
        <p:spPr>
          <a:xfrm>
            <a:off x="7239000" y="6012061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见证重生</a:t>
            </a:r>
            <a:endParaRPr lang="en-US" sz="1200" dirty="0"/>
          </a:p>
        </p:txBody>
      </p:sp>
      <p:sp>
        <p:nvSpPr>
          <p:cNvPr id="68" name="Text 26"/>
          <p:cNvSpPr/>
          <p:nvPr/>
        </p:nvSpPr>
        <p:spPr>
          <a:xfrm>
            <a:off x="7239000" y="6240661"/>
            <a:ext cx="427482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参与到电器的最终呈现，共同见证"老朋友"的华丽蜕变。</a:t>
            </a:r>
            <a:endParaRPr lang="en-US" sz="1140" dirty="0"/>
          </a:p>
        </p:txBody>
      </p:sp>
      <p:sp>
        <p:nvSpPr>
          <p:cNvPr id="69" name="Text 27"/>
          <p:cNvSpPr/>
          <p:nvPr/>
        </p:nvSpPr>
        <p:spPr>
          <a:xfrm>
            <a:off x="11600408" y="6791325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14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257300"/>
            <a:ext cx="5562600" cy="4762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57300"/>
            <a:ext cx="55626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1438275"/>
            <a:ext cx="647700" cy="2095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700" y="148590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905000"/>
            <a:ext cx="2628900" cy="3352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1905000"/>
            <a:ext cx="2628900" cy="3352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3050" y="33528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450" y="2000250"/>
            <a:ext cx="561975" cy="27801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0738" y="3219450"/>
            <a:ext cx="390525" cy="419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38500" y="1905000"/>
            <a:ext cx="2628900" cy="3352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8500" y="1905000"/>
            <a:ext cx="2628900" cy="3352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0175" y="2000250"/>
            <a:ext cx="561975" cy="27801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5524500"/>
            <a:ext cx="104775" cy="1333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1257300"/>
            <a:ext cx="5562600" cy="4762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1257300"/>
            <a:ext cx="5562600" cy="571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10900" y="1438275"/>
            <a:ext cx="647700" cy="2095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87100" y="1485900"/>
            <a:ext cx="114300" cy="1143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1905000"/>
            <a:ext cx="2628900" cy="3352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1905000"/>
            <a:ext cx="2628900" cy="3352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9025" y="3352800"/>
            <a:ext cx="400050" cy="4572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19850" y="2000250"/>
            <a:ext cx="561975" cy="27801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00738" y="3219450"/>
            <a:ext cx="390525" cy="4191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05900" y="1905000"/>
            <a:ext cx="2628900" cy="33528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05900" y="1905000"/>
            <a:ext cx="2628900" cy="3352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77575" y="2000250"/>
            <a:ext cx="561975" cy="278011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00800" y="5524500"/>
            <a:ext cx="133350" cy="1333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从沉睡到闪耀</a:t>
            </a:r>
            <a:endParaRPr lang="en-US" sz="3600" dirty="0"/>
          </a:p>
        </p:txBody>
      </p:sp>
      <p:sp>
        <p:nvSpPr>
          <p:cNvPr id="35" name="Text 1"/>
          <p:cNvSpPr/>
          <p:nvPr/>
        </p:nvSpPr>
        <p:spPr>
          <a:xfrm>
            <a:off x="533400" y="14097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麦克斯·风</a:t>
            </a:r>
            <a:endParaRPr lang="en-US" sz="1500" dirty="0"/>
          </a:p>
        </p:txBody>
      </p:sp>
      <p:sp>
        <p:nvSpPr>
          <p:cNvPr id="36" name="Text 2"/>
          <p:cNvSpPr/>
          <p:nvPr/>
        </p:nvSpPr>
        <p:spPr>
          <a:xfrm>
            <a:off x="5372100" y="143827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已完成</a:t>
            </a:r>
            <a:endParaRPr lang="en-US" sz="900" dirty="0"/>
          </a:p>
        </p:txBody>
      </p:sp>
      <p:sp>
        <p:nvSpPr>
          <p:cNvPr id="37" name="Text 3"/>
          <p:cNvSpPr/>
          <p:nvPr/>
        </p:nvSpPr>
        <p:spPr>
          <a:xfrm>
            <a:off x="647700" y="2000250"/>
            <a:ext cx="67437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改造前</a:t>
            </a:r>
            <a:endParaRPr lang="en-US" sz="960" dirty="0"/>
          </a:p>
        </p:txBody>
      </p:sp>
      <p:sp>
        <p:nvSpPr>
          <p:cNvPr id="38" name="Text 4"/>
          <p:cNvSpPr/>
          <p:nvPr/>
        </p:nvSpPr>
        <p:spPr>
          <a:xfrm>
            <a:off x="5305425" y="2000250"/>
            <a:ext cx="67437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改造后</a:t>
            </a:r>
            <a:endParaRPr lang="en-US" sz="960" dirty="0"/>
          </a:p>
        </p:txBody>
      </p:sp>
      <p:sp>
        <p:nvSpPr>
          <p:cNvPr id="39" name="Text 5"/>
          <p:cNvSpPr/>
          <p:nvPr/>
        </p:nvSpPr>
        <p:spPr>
          <a:xfrm>
            <a:off x="676275" y="5486400"/>
            <a:ext cx="525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改造亮点：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保留独特扇叶造型，改造为智能植物生长灯，提供强劲稳定的光照，继续守护新生命。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6400800" y="140970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小白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11239500" y="143827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进行中</a:t>
            </a:r>
            <a:endParaRPr lang="en-US" sz="900" dirty="0"/>
          </a:p>
        </p:txBody>
      </p:sp>
      <p:sp>
        <p:nvSpPr>
          <p:cNvPr id="42" name="Text 8"/>
          <p:cNvSpPr/>
          <p:nvPr/>
        </p:nvSpPr>
        <p:spPr>
          <a:xfrm>
            <a:off x="6515100" y="2000250"/>
            <a:ext cx="67437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改造前</a:t>
            </a:r>
            <a:endParaRPr lang="en-US" sz="960" dirty="0"/>
          </a:p>
        </p:txBody>
      </p:sp>
      <p:sp>
        <p:nvSpPr>
          <p:cNvPr id="43" name="Text 9"/>
          <p:cNvSpPr/>
          <p:nvPr/>
        </p:nvSpPr>
        <p:spPr>
          <a:xfrm>
            <a:off x="11172825" y="2000250"/>
            <a:ext cx="67437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改造后</a:t>
            </a:r>
            <a:endParaRPr lang="en-US" sz="960" dirty="0"/>
          </a:p>
        </p:txBody>
      </p:sp>
      <p:sp>
        <p:nvSpPr>
          <p:cNvPr id="44" name="Text 10"/>
          <p:cNvSpPr/>
          <p:nvPr/>
        </p:nvSpPr>
        <p:spPr>
          <a:xfrm>
            <a:off x="6572250" y="5486400"/>
            <a:ext cx="525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改造亮点：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保留经典锅体造型，融入木质元素和手绘图案，改造为复古蓝牙音响，播放温暖旋律。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每一件电器，都有重生的可能</a:t>
            </a:r>
            <a:endParaRPr lang="en-US" sz="1200" dirty="0"/>
          </a:p>
        </p:txBody>
      </p:sp>
      <p:sp>
        <p:nvSpPr>
          <p:cNvPr id="46" name="Text 12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581400"/>
            <a:ext cx="11430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50" y="23907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695575"/>
            <a:ext cx="2552700" cy="18478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9250" y="2847975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1050" y="23907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0900" y="2695575"/>
            <a:ext cx="2552700" cy="21145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2938" y="2847975"/>
            <a:ext cx="428625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8550" y="23907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2695575"/>
            <a:ext cx="2552700" cy="1924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0" y="2847975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06050" y="239077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2695575"/>
            <a:ext cx="2552700" cy="21145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91750" y="2847975"/>
            <a:ext cx="381000" cy="3810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我们的旅程规划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61010" y="3362325"/>
            <a:ext cx="2697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阶段一：预热与招募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685800" y="3705225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CB3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4周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685800" y="4010025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宣传项目理念，招募"托付者"与"创造者"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3543300" y="3362325"/>
            <a:ext cx="2247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阶段二：电器接收与档案建立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3543300" y="3971925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CB3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4周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3543300" y="4276725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收集有故事的旧电器，建立"电器灵魂档案"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400800" y="3362325"/>
            <a:ext cx="2247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阶段三：设计、制作与重生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6400800" y="3971925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CB3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6-8周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176010" y="4276725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创意设计与动手改造，赋予电器新生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9258300" y="3362325"/>
            <a:ext cx="2247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阶段四：成果展示与"电器毕业典礼"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9258300" y="3971925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CB3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待定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9258300" y="4276725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举办展览，分享改造故事，庆祝电器重生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每一步，都是为了让旧电器重获新生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11600408" y="6477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14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09700"/>
            <a:ext cx="3657600" cy="21526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6425" y="1638300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1819275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409700"/>
            <a:ext cx="3657600" cy="21526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625" y="1638300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0" y="1819275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1409700"/>
            <a:ext cx="3657600" cy="21526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8825" y="1638300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1819275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790950"/>
            <a:ext cx="3657600" cy="2152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6425" y="4019550"/>
            <a:ext cx="666750" cy="666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57400" y="4200525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7200" y="3790950"/>
            <a:ext cx="3657600" cy="21526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62625" y="4019550"/>
            <a:ext cx="666750" cy="6667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43600" y="4200525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53400" y="3790950"/>
            <a:ext cx="3657600" cy="21526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91700" y="4410075"/>
            <a:ext cx="381000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你可以如何帮助我们？</a:t>
            </a:r>
            <a:endParaRPr lang="en-US" sz="3600" dirty="0"/>
          </a:p>
        </p:txBody>
      </p:sp>
      <p:sp>
        <p:nvSpPr>
          <p:cNvPr id="26" name="Text 1"/>
          <p:cNvSpPr/>
          <p:nvPr/>
        </p:nvSpPr>
        <p:spPr>
          <a:xfrm>
            <a:off x="1828800" y="2457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捐赠电器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609600" y="280035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提供有故事的"原材料"，让沉睡的电器有机会被唤醒。它们或许不再转动，但记忆永存。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5715000" y="2457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技术贡献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4495800" y="280035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运用电路、木工、编程等专业技能，为电器创造魔法。你的才华将让旧物焕发新生。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601200" y="2457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内容创作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8382000" y="280035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为电器的"前世今生"撰写动人故事，记录其重生之旅。用文字赋予它们新的生命意义。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828800" y="48387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视觉设计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609600" y="518160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通过设计让我们的故事更好看，提升项目的整体美感和传播力。让创意与情怀共存。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5715000" y="48387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社区推广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4495800" y="5181600"/>
            <a:ext cx="3200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将《游牧电器》的理念分享给更多人，扩大项目影响力。让更多人了解旧物重生的可能。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9448800" y="4867275"/>
            <a:ext cx="106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人人都是贡献者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共创美好未来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每一种贡献，都是让旧物重生的力量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11503521" y="64770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/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900" y="2133600"/>
            <a:ext cx="2438400" cy="2438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29337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676400"/>
            <a:ext cx="5715000" cy="800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9431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2628900"/>
            <a:ext cx="5715000" cy="990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990850"/>
            <a:ext cx="25717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3771900"/>
            <a:ext cx="5715000" cy="800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038600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4724400"/>
            <a:ext cx="5715000" cy="800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4991100"/>
            <a:ext cx="200025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立即加入我们！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2686050" y="3390900"/>
            <a:ext cx="80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扫码了解详情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填写档案</a:t>
            </a:r>
            <a:endParaRPr lang="en-US" sz="1050" dirty="0"/>
          </a:p>
        </p:txBody>
      </p:sp>
      <p:sp>
        <p:nvSpPr>
          <p:cNvPr id="20" name="Text 2"/>
          <p:cNvSpPr/>
          <p:nvPr/>
        </p:nvSpPr>
        <p:spPr>
          <a:xfrm>
            <a:off x="1645920" y="4800600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扫描二维码，开启电器重生之旅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6629400" y="1828800"/>
            <a:ext cx="19905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邮箱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6629400" y="2095500"/>
            <a:ext cx="2388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your-email@example.com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6657975" y="2781300"/>
            <a:ext cx="93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微信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6657975" y="3048000"/>
            <a:ext cx="1127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your-wechat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657975" y="3276600"/>
            <a:ext cx="1127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或加入微信群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6657975" y="3924300"/>
            <a:ext cx="1184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创客空间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6657975" y="4191000"/>
            <a:ext cx="1184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your-address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600825" y="4876800"/>
            <a:ext cx="822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线下聚会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6600825" y="51435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每周三晚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让我们一起，唤醒沉睡的灵魂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1503521" y="64770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 /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143000"/>
            <a:ext cx="381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857500"/>
            <a:ext cx="381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4762500"/>
            <a:ext cx="381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428750"/>
            <a:ext cx="381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150" y="3810000"/>
            <a:ext cx="38100" cy="38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2650" y="5238750"/>
            <a:ext cx="38100" cy="38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485900"/>
            <a:ext cx="11430000" cy="1104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048000"/>
            <a:ext cx="3657600" cy="2171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8800" y="3276600"/>
            <a:ext cx="762000" cy="762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9300" y="34671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7200" y="3048000"/>
            <a:ext cx="3657600" cy="2171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0" y="3276600"/>
            <a:ext cx="762000" cy="762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05500" y="34671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3400" y="3048000"/>
            <a:ext cx="3657600" cy="2171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01200" y="3276600"/>
            <a:ext cx="762000" cy="762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4075" y="3467100"/>
            <a:ext cx="47625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24400" y="5524500"/>
            <a:ext cx="609600" cy="381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86400" y="5524500"/>
            <a:ext cx="1219200" cy="381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5524500"/>
            <a:ext cx="609600" cy="381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22464" y="1219795"/>
            <a:ext cx="38100" cy="381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0246" y="6459587"/>
            <a:ext cx="38100" cy="381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4882" y="4799112"/>
            <a:ext cx="38100" cy="381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69695" y="1283047"/>
            <a:ext cx="38100" cy="381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22550" y="4642545"/>
            <a:ext cx="38100" cy="381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50473" y="5103465"/>
            <a:ext cx="38100" cy="381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92793" y="4989909"/>
            <a:ext cx="38100" cy="381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02589" y="3489275"/>
            <a:ext cx="38100" cy="381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44521" y="1246436"/>
            <a:ext cx="38100" cy="381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70478" y="128736"/>
            <a:ext cx="38100" cy="381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79190" y="1264890"/>
            <a:ext cx="38100" cy="381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08505" y="2154138"/>
            <a:ext cx="38100" cy="381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761059" y="516136"/>
            <a:ext cx="38100" cy="3810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881116" y="3099495"/>
            <a:ext cx="38100" cy="38100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793337" y="3655219"/>
            <a:ext cx="38100" cy="38100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20080" y="4765328"/>
            <a:ext cx="38100" cy="38100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96075" y="4503837"/>
            <a:ext cx="38100" cy="38100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55527" y="5100638"/>
            <a:ext cx="38100" cy="38100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147375" y="6403330"/>
            <a:ext cx="38100" cy="38100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33826" y="5748486"/>
            <a:ext cx="38100" cy="381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致谢</a:t>
            </a:r>
            <a:endParaRPr lang="en-US" sz="3600" dirty="0"/>
          </a:p>
        </p:txBody>
      </p:sp>
      <p:sp>
        <p:nvSpPr>
          <p:cNvPr id="48" name="Text 1"/>
          <p:cNvSpPr/>
          <p:nvPr/>
        </p:nvSpPr>
        <p:spPr>
          <a:xfrm>
            <a:off x="609600" y="17145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感谢所有参与《游牧电器》项目的伙伴</a:t>
            </a:r>
            <a:endParaRPr lang="en-US" sz="1800" dirty="0"/>
          </a:p>
        </p:txBody>
      </p:sp>
      <p:sp>
        <p:nvSpPr>
          <p:cNvPr id="49" name="Text 2"/>
          <p:cNvSpPr/>
          <p:nvPr/>
        </p:nvSpPr>
        <p:spPr>
          <a:xfrm>
            <a:off x="609600" y="2095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是你们的热情和创意，让冰冷的电器拥有了跳动的灵魂</a:t>
            </a:r>
            <a:endParaRPr lang="en-US" sz="1350" dirty="0"/>
          </a:p>
        </p:txBody>
      </p:sp>
      <p:sp>
        <p:nvSpPr>
          <p:cNvPr id="50" name="Text 3"/>
          <p:cNvSpPr/>
          <p:nvPr/>
        </p:nvSpPr>
        <p:spPr>
          <a:xfrm>
            <a:off x="2019300" y="419100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创客</a:t>
            </a:r>
            <a:endParaRPr lang="en-US" sz="1500" dirty="0"/>
          </a:p>
        </p:txBody>
      </p:sp>
      <p:sp>
        <p:nvSpPr>
          <p:cNvPr id="51" name="Text 4"/>
          <p:cNvSpPr/>
          <p:nvPr/>
        </p:nvSpPr>
        <p:spPr>
          <a:xfrm>
            <a:off x="609600" y="45339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感谢你们的巧手与创意，将旧电器从沉睡中唤醒，赋予它们新的生命与价值</a:t>
            </a:r>
            <a:endParaRPr lang="en-US" sz="1200" dirty="0"/>
          </a:p>
        </p:txBody>
      </p:sp>
      <p:sp>
        <p:nvSpPr>
          <p:cNvPr id="52" name="Text 5"/>
          <p:cNvSpPr/>
          <p:nvPr/>
        </p:nvSpPr>
        <p:spPr>
          <a:xfrm>
            <a:off x="5810250" y="419100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捐赠者</a:t>
            </a:r>
            <a:endParaRPr lang="en-US" sz="1500" dirty="0"/>
          </a:p>
        </p:txBody>
      </p:sp>
      <p:sp>
        <p:nvSpPr>
          <p:cNvPr id="53" name="Text 6"/>
          <p:cNvSpPr/>
          <p:nvPr/>
        </p:nvSpPr>
        <p:spPr>
          <a:xfrm>
            <a:off x="4495800" y="45339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感谢你们分享珍贵的电器故事，让每一件老朋友都能找到新的归宿</a:t>
            </a:r>
            <a:endParaRPr lang="en-US" sz="1200" dirty="0"/>
          </a:p>
        </p:txBody>
      </p:sp>
      <p:sp>
        <p:nvSpPr>
          <p:cNvPr id="54" name="Text 7"/>
          <p:cNvSpPr/>
          <p:nvPr/>
        </p:nvSpPr>
        <p:spPr>
          <a:xfrm>
            <a:off x="9601200" y="4191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社区成员</a:t>
            </a:r>
            <a:endParaRPr lang="en-US" sz="1500" dirty="0"/>
          </a:p>
        </p:txBody>
      </p:sp>
      <p:sp>
        <p:nvSpPr>
          <p:cNvPr id="55" name="Text 8"/>
          <p:cNvSpPr/>
          <p:nvPr/>
        </p:nvSpPr>
        <p:spPr>
          <a:xfrm>
            <a:off x="8382000" y="45339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感谢你们的支持与参与，共同构建这个充满温暖与创意的社区</a:t>
            </a:r>
            <a:endParaRPr lang="en-US" sz="1200" dirty="0"/>
          </a:p>
        </p:txBody>
      </p:sp>
      <p:sp>
        <p:nvSpPr>
          <p:cNvPr id="56" name="Text 9"/>
          <p:cNvSpPr/>
          <p:nvPr/>
        </p:nvSpPr>
        <p:spPr>
          <a:xfrm>
            <a:off x="11503521" y="64770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 / 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9144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144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85900"/>
            <a:ext cx="3657600" cy="4343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907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082" y="5400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485900"/>
            <a:ext cx="3657600" cy="4343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17907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0882" y="54006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1485900"/>
            <a:ext cx="3657600" cy="4343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1790700"/>
            <a:ext cx="28575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0432" y="5400675"/>
            <a:ext cx="17145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万物都有灵魂，记忆更不该被丢弃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1143000" y="1847850"/>
            <a:ext cx="1234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故事 (Story)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609600" y="2438400"/>
            <a:ext cx="32004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每件电器背后蕴含着独特的回忆与情感。我们倾听它们的故事，珍视每一段与主人共同经历的岁月。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2999482" y="5372100"/>
            <a:ext cx="1155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AB30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记忆的载体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029200" y="1847850"/>
            <a:ext cx="1623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改造 (Upcycling)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4495800" y="2438400"/>
            <a:ext cx="32004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通过创意升级再造，赋予旧物新生命的可持续理念。我们相信，每件电器都有重新绽放光彩的可能。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6733282" y="5372100"/>
            <a:ext cx="1338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可持续的创新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8820150" y="1847850"/>
            <a:ext cx="1405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新生 (Rebirth)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8382000" y="2438400"/>
            <a:ext cx="32004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503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旧电器在改造后焕发出全新的活力与价值。我们不仅修复了它们的机能，更唤醒了它们的灵魂。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0771882" y="5372100"/>
            <a:ext cx="1178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命运的转折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381000" y="62103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4A2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"我们不只是修理，更是'重生'"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11503521" y="64770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 /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04" y="239401"/>
            <a:ext cx="2484193" cy="14452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685" y="5085000"/>
            <a:ext cx="1796630" cy="669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02870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028700"/>
            <a:ext cx="1219200" cy="38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028700"/>
            <a:ext cx="6096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905000"/>
            <a:ext cx="7461200" cy="800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105025"/>
            <a:ext cx="17145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857500"/>
            <a:ext cx="7461200" cy="800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057525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810000"/>
            <a:ext cx="7461200" cy="800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01002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0800" y="1371600"/>
            <a:ext cx="3740200" cy="4648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9400" y="2057400"/>
            <a:ext cx="3283000" cy="685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3700" y="22669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9400" y="2895600"/>
            <a:ext cx="3283000" cy="685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3700" y="31051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99400" y="3733800"/>
            <a:ext cx="3283000" cy="685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13700" y="3943350"/>
            <a:ext cx="142875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18984" y="5410200"/>
            <a:ext cx="1843832" cy="381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47584" y="5514975"/>
            <a:ext cx="1905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5E503F"/>
                </a:solidFill>
                <a:latin typeface="Ma Shan Zheng" pitchFamily="34" charset="0"/>
                <a:ea typeface="Ma Shan Zheng" pitchFamily="34" charset="-122"/>
                <a:cs typeface="Ma Shan Zheng" pitchFamily="34" charset="-120"/>
              </a:rPr>
              <a:t>Q&amp;A</a:t>
            </a:r>
            <a:endParaRPr lang="en-US" sz="4500" dirty="0"/>
          </a:p>
        </p:txBody>
      </p:sp>
      <p:sp>
        <p:nvSpPr>
          <p:cNvPr id="24" name="Text 1"/>
          <p:cNvSpPr/>
          <p:nvPr/>
        </p:nvSpPr>
        <p:spPr>
          <a:xfrm>
            <a:off x="381000" y="1371600"/>
            <a:ext cx="74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有什么问题呢？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857250" y="20574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如何确定我的电器是否有"灵魂"？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857250" y="23241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每件有故事的电器都值得被重新发现和珍视，无论它是否完美无缺。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914400" y="3009900"/>
            <a:ext cx="6569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如果我不是"魔法师"，还能如何参与？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914400" y="3276600"/>
            <a:ext cx="6569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我们欢迎各种技能的"魔法师"加入，也欢迎提供创意、故事或仅仅是欣赏的眼睛。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914400" y="39624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项目未来有什么规划？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914400" y="42291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我们计划举办展览，分享改造故事，庆祝电器重生，并继续扩大我们的社区。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8299400" y="1600200"/>
            <a:ext cx="32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A25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继续交流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8718500" y="2171700"/>
            <a:ext cx="1990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邮箱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8718500" y="2400300"/>
            <a:ext cx="2388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your-email@example.com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8718500" y="3009900"/>
            <a:ext cx="9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微信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8718500" y="3238500"/>
            <a:ext cx="1127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your-wechat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670875" y="3848100"/>
            <a:ext cx="1184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创客空间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8670875" y="4076700"/>
            <a:ext cx="1184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your-address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834601" y="5410200"/>
            <a:ext cx="22125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欢迎加入我们！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记忆不该被丢弃，万物皆有灵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11503521" y="64770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 /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2025-11-05T03:01:40Z</dcterms:created>
  <dcterms:modified xsi:type="dcterms:W3CDTF">2025-11-05T03:01:40Z</dcterms:modified>
</cp:coreProperties>
</file>